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[Your story: one line on who you are.] Then: 'I'll answer your six questions in order, with a live demo in the middle.'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Fifteen seconds. Each slide's title is one of their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[Your story: one concrete moment where inconsistent numbers hurt.]
• City link: departments with their own systems face the same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My role: Director of Product Innovation &amp; Analytics; I owned PRIME from planning to general availability, working with Data Engineering and Customer Success.
• Plain-English example: 'How did ticket revenue trend this month?' answered from the table with the right grain.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[Your story: any adoption or time-saved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Walk the strip in one breath: started from the problem and the people, agreed what 'right' means, then built, tested and fixed what review found.
• [Your story: how you gathered requirements, and the real build order.]
• Transition: 'Here's the same approach running on the City's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LIVE (5 min). If the internet fails, these screenshots carry it.
• 1 · Dashboard: read the ⓘ headline. Point at the 2020 drop and recovery. (1 min)
• 2 · The 311 chart: 'My first cut said complaints per trip were up 43%. Lost Property moved into 311 in 2021. I fixed it once, in the data, so every consumer gets it right. Like for like it's 12%.' (1 min)
• 3 · Predict: pick Advertising and Communications (usually low), then Transit Pass Programs (usually high). Recent pace matters more than the type. Tested on 2025, it catches more slow requests than the rule of thumb. (1 min)
• 4 · Ask the data: type 'How has ridership recovered since the pandemic?' and say 'it writes SQL against the same gold tables' while it works. Read the answer, glance at the chart, open 'Show how this was answered'. Payoff: 'Same 95% as the dashboard. That's the point I made about PRIME.' (1.5 min)
• Back to the deck: 'So that's what PRIME looks like in practice. Here's what was hard.'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Analytical row: one line back to the demo ('Lost Property was this problem in miniature'). Don't re-explain it.
• [Your story: the conversation that got the data contract agreed. Who pushed back, and what changed their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30 to 45 seconds. Point back at the demo; don't re-demo it.
• [Your story: the first time a team trusted an AI answer without checking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Land the closing line slowly. It's the bridge to the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Stop talking. Leave this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lide 1">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Slide 2">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Slide 3">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Slide 4">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Slide 5">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Slide 6">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Slide 7">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Slide 8">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Slide 9">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Slide 10">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Slide 11">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PRIME: one governed data layer for a multi-tenant product</dc:title>
  <dc:subject>PptxGenJS Presentation</dc:subject>
  <dc:creator>Cody Chandler</dc:creator>
  <cp:lastModifiedBy>Cody Chandler</cp:lastModifiedBy>
  <cp:revision>1</cp:revision>
  <dcterms:created xsi:type="dcterms:W3CDTF">2026-10-25T03:31:56Z</dcterms:created>
  <dcterms:modified xsi:type="dcterms:W3CDTF">2026-10-25T03:31:56Z</dcterms:modified>
</cp:coreProperties>
</file>