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walk through PRIME, then show you the same approach working on the City's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The tag on each slide shows which of your questions it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Customer Success, Product and clients each had their own number, so meetings argued about whose was right.
• [Your story: one concrete moment where this hurt.]
• City link: departments with their own systems face the same thing. The useful questions cut across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Users: Customer Success, Product, clients, analysts, and later AI assistants.
• [Your story: how you gathered these. Interviews, the ticket queue, client feedback?]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Each decision maps to a need on the last slide.
• [Your story: confirm the real order, and an option you rejected.]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How people use it: a CS manager asks 'how did ticket revenue trend this month?' and the agent answers from the table with the right grain.
• [Your story: what you personally decided as product owner.]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any adoption or time-saved number you can share.] Pause, then: 'Let me show you this working.'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(4 min). Switch to the Dashboard tab.
• 1 · Read the headline. Point at the trips line: the 2020 drop and the recovery. (1 min)
• 2 · The 311 chart. 'My first cut said complaints per trip were up 43%. That felt too dramatic, so I checked. Lost Property moved into 311 in 2021. I fixed it in the data, once, so the dashboard and the AI both get it right. Like for like it's 12%, led by fares and stops.' (1 min)
• 3 · Ask the data: click 'How has ridership recovered since the pandemic?'. While it runs: 'it reads the dbt docs, writes SQL, and runs it here in the browser on governed tables only.' Show the SQL, then point at the same 95% on the dashboard. (1.5 min)
• If asked how it's built: open the Approach page and the Airflow graph. Otherwise skip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Land the closing line slowly. It's the bridge to the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PRIME: one governed data layer for a multi-tenant product</dc:title>
  <dc:subject>PptxGenJS Presentation</dc:subject>
  <dc:creator>Cody Chandler</dc:creator>
  <cp:lastModifiedBy>Cody Chandler</cp:lastModifiedBy>
  <cp:revision>1</cp:revision>
  <dcterms:created xsi:type="dcterms:W3CDTF">2026-10-25T01:20:00Z</dcterms:created>
  <dcterms:modified xsi:type="dcterms:W3CDTF">2026-10-25T01:20:00Z</dcterms:modified>
</cp:coreProperties>
</file>