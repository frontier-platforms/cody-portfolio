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Situation, then what people needed. Keep it to the business pain, not the tech.
• My role: Director, Product Innovation &amp; Analytics. I owned PRIME's product management from planning to general availability.
• [Your story: one concrete moment when inconsistent numbers hurt, and how you gathered what people needed.]
• Say: 'Hold on to those five words. They're how I'll measure the result.'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it left to right once: three sources, transformed once, one semantic layer, every consumer.
• Then the band: 'Governance isn't a separate project. It's built into every layer.'
• Check the source names match what you'd say. Three source systems feed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technical heart. 'An AI that guesses the grain double counts. Each semantic model has one grain, so it can't.'
• The example question and measures are illustrative. [Your story: a real question the CS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Check off the five needs from question 1. Don't read every label.
• [Your story: an adoption or time-saved number. A real number beats 'no ticket'.]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panel cares more about the why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an analyst at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medallion layers as PRIME: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That's PRIME's point.'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PRIME: one governed data layer for a multi-tenant product</dc:title>
  <dc:subject>PptxGenJS Presentation</dc:subject>
  <dc:creator>Cody Chandler</dc:creator>
  <cp:lastModifiedBy>Cody Chandler</cp:lastModifiedBy>
  <cp:revision>1</cp:revision>
  <dcterms:created xsi:type="dcterms:W3CDTF">2026-10-28T02:30:13Z</dcterms:created>
  <dcterms:modified xsi:type="dcterms:W3CDTF">2026-10-28T02:30:13Z</dcterms:modified>
</cp:coreProperties>
</file>