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one line on who you are.]
• Then: 'I'll tell this as a STAR story. Each part answers your questions in order.'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Thirty seconds. Don't read the boxes; just point at the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multi-tenant design was right for the product, but it made internal reporting hard.
• [Your story: one concrete moment when inconsistent numbers hurt: a client call, a leadership report.]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how you gathered requirements. Who you talked to, and what they asked for most.]
• Say: 'These five became the checklist. I'll come back to each one in the results.'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the flow left to right in one breath. The point: transform once, use everywhere.
• My part: product owner. I worked with Data Engineering and Customer Success, with a small product pod.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'show the product' moment. Trace the arrows once.
• The example question is illustrative. [Your story: a real question the CS bot answered.]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Strategy first, tools last. The panel cares more about the why than the stack.
• [Your story: the real build order, and what you'd sequence the same way again.]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Spend most of the time on the People row. It's the one an analyst role at the City will relate to.
• [Your story: the conversation that got the data contract agreed. Who pushed back, and what changed their mind?]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Tie each result back to the checklist from Task.
• [Your story: an adoption or time-saved number. A real number beats 'no ticket'.]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Slow down here. This is the line to remember.
• [Your story: the first time a team trusted an answer without double-checking it.]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[Your story: swap in whatever you'd genuinely do differently.]
• Land the closing line slowly. It's the bridge to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Stop talking. Leave this up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PRIME: one governed data layer for a multi-tenant product</dc:title>
  <dc:subject>PptxGenJS Presentation</dc:subject>
  <dc:creator>Cody Chandler</dc:creator>
  <cp:lastModifiedBy>Cody Chandler</cp:lastModifiedBy>
  <cp:revision>1</cp:revision>
  <dcterms:created xsi:type="dcterms:W3CDTF">2026-10-28T02:21:20Z</dcterms:created>
  <dcterms:modified xsi:type="dcterms:W3CDTF">2026-10-28T02:21:20Z</dcterms:modified>
</cp:coreProperties>
</file>