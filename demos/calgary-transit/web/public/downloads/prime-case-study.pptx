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[Your story: one line on who you are.] Then: 'I'll walk through PRIME, then show you the same approach working on the City's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Fifteen seconds. The tag on each slide shows which of your questions it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Customer Success, Product and clients each had their own number, so meetings argued about whose was right.
• [Your story: one concrete moment where this hurt.]
• City link: departments with their own systems face the same thing. The useful questions cut across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Users: Customer Success, Product, clients, analysts, and later AI assistants.
• [Your story: how you gathered these. Interviews, the ticket queue, client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Each decision maps to a need on the last slide.
• [Your story: confirm the real order, and an option you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How people use it: a CS manager asks 'how did ticket revenue trend this month?' and the agent answers from the table with the right grain.
• [Your story: what you personally decided as product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[Your story: any adoption or time-saved number you can share.] Pause, then: 'Let me show you this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LIVE (5 min). Switch to the Dashboard tab.
• 1 · Read the headline. Point at the trips line: the 2020 drop and the recovery. (1 min)
• 2 · The 311 chart. 'My first cut said complaints per trip were up 43%. That felt too dramatic, so I checked. Lost Property moved into 311 in 2021. I fixed it in the data, once, so the dashboard and the AI both get it right. Like for like it's 12%, led by fares and stops.' (1 min)
• 3 · Predict tab: 'Same governed tables, now ML.' Pick Bus Stops: about 45%, likely slower. 'The biggest driver is how fast this type has been handled lately, more than the type itself.' Switch to Transit Pass Programs and watch it jump to about 80%. Then the honest part: 'Tested on 2025, a year it never saw, it beats the simple rule of thumb by a couple of points, and it explains every prediction.' (1 min)
• 4 · Ask the data: click 'How has ridership recovered since the pandemic?'. While it runs: 'it reads the dbt docs, writes SQL, and runs it here in the browser on governed tables only.' Show the SQL, then point at the same 95% on the dashboard. (1.5 min)
• If asked how it's built: open the Approach page and the Airflow graph. Otherwise skip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[Your story: the conversation that got the data contract agreed. Who pushed back, and what changed their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Land the closing line slowly. It's the bridge to the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Stop talking. Leave this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 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 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 4">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Slide 5">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Slide 6">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Slide 7">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Slide 8">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Slide 9">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Slide 10">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Slide 11">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 one governed data layer for a multi-tenant product</dc:title>
  <dc:subject>PptxGenJS Presentation</dc:subject>
  <dc:creator>Cody Chandler</dc:creator>
  <cp:lastModifiedBy>Cody Chandler</cp:lastModifiedBy>
  <cp:revision>1</cp:revision>
  <dcterms:created xsi:type="dcterms:W3CDTF">2026-10-25T02:03:45Z</dcterms:created>
  <dcterms:modified xsi:type="dcterms:W3CDTF">2026-10-25T02:03:45Z</dcterms:modified>
</cp:coreProperties>
</file>