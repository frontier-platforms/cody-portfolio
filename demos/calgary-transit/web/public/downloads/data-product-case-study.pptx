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product analytics, customer data (ticketing, acquisition) and client config, with every metric defined once in dbt, feeding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to use the same tables. Most people never open a new tool: the data comes to them in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card. The banner is the answer to question 1.
• Observable: freshness checked against each domain's target, dbt tests on every run, AI-written digests of pipeline errors, and cost tracked per model.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On b, say it plainly: 'Modelled in dbt, stored in Snowflake, orchestrated in Airflow, every change versioned in GitHub and documented in dbt docs and Confluence.'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Land the City line slowly. It's the bridge to the role, and the lead-in to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line on the slide, then switch to the browser.
• LIVE DEMO (5 min). Have codychandler.ca/data-demos/calgary-transit open in a tab. Backup if the internet fails: the local copy (npm run dev).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2026-10-29T02:56:21Z</dcterms:created>
  <dcterms:modified xsi:type="dcterms:W3CDTF">2026-10-29T02:56:21Z</dcterms:modified>
</cp:coreProperties>
</file>