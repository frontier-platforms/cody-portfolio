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three sources,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technical heart: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number. The banner is the answer to question 1.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Slow down. This is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Transition: 'I can't show you StellarAlgo's data, so I rebuilt the same approach on the City's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(5 min). Open the site before the interview. If the internet fails, these screenshots carry it.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Stop talking. Leave this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2026-10-28T03:15:05Z</dcterms:created>
  <dcterms:modified xsi:type="dcterms:W3CDTF">2026-10-28T03:15:05Z</dcterms:modified>
</cp:coreProperties>
</file>