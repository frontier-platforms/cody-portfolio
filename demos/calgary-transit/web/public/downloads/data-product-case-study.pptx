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product analytics, customer data (ticketing, acquisition) and client config, with every metric defined once in dbt, feeding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to use the same tables. Most people never open a new tool: the data comes to them in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
• Land the City line slowly. It's the bridge to the role, and the lead-in to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2026-10-29T03:00:51Z</dcterms:created>
  <dcterms:modified xsi:type="dcterms:W3CDTF">2026-10-29T03:00:51Z</dcterms:modified>
</cp:coreProperties>
</file>