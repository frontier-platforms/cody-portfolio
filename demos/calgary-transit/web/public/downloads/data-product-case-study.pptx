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in, one source of truth. Most people never open a new tool: the data comes to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2026-10-28T03:49:06Z</dcterms:created>
  <dcterms:modified xsi:type="dcterms:W3CDTF">2026-10-28T03:49:06Z</dcterms:modified>
</cp:coreProperties>
</file>